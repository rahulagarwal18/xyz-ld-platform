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xyz</a:t>
            </a:r>
          </a:p>
          <a:p>
            <a:pPr>
              <a:spcBef>
                <a:spcPts val="400"/>
              </a:spcBef>
              <a:defRPr sz="1100" b="1">
                <a:solidFill>
                  <a:srgbClr val="009CDE"/>
                </a:solidFill>
                <a:latin typeface="Segoe UI"/>
              </a:defRPr>
            </a:pPr>
            <a:r>
              <a:t>LEARNING &amp;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2011680"/>
            <a:ext cx="6583680" cy="3657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00205B"/>
                </a:solidFill>
                <a:latin typeface="Segoe UI"/>
              </a:defRPr>
            </a:pPr>
            <a:r>
              <a:t>TLCE LMS Portal</a:t>
            </a:r>
          </a:p>
          <a:p>
            <a:pPr>
              <a:spcAft>
                <a:spcPts val="2000"/>
              </a:spcAft>
              <a:defRPr sz="1800" b="1">
                <a:solidFill>
                  <a:srgbClr val="009CDE"/>
                </a:solidFill>
                <a:latin typeface="Segoe UI"/>
              </a:defRPr>
            </a:pPr>
            <a:r>
              <a:t>Modernized Training, Learning, Conference &amp; Engagement Platform</a:t>
            </a:r>
          </a:p>
          <a:p>
            <a:pPr>
              <a:spcAft>
                <a:spcPts val="24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A comprehensive suite built with strict corporate color alignment, anti-cheat assessment tracking, automated notifications, and real-time manager notification routing.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Project Release  • 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Executive Summary &amp; Brand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Platform Core Objectives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Centralized Education Center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Designed to coordinate and monitor training curriculums across global engineering and product branches.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Interactive Engagement Loops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Pairs user-enrolled learning tracks with yearly interactive schedules and on-demand assessments.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Dashboard Usability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Flat minimalist card components with white backgrounds prioritize information hierarchy and data scanability.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Brand Color Alignment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Corporate Navy (#003087)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Primary accent mapped to main banners, segmented control selectors, headers, and dashboard tables.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Accent Blue (#009CDE)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Interactive highlights applied to checked-in badges, progress sliders, and input focus highlights.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Crimson Red (#CC0000)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Immediate indicator reserved for failed tests, waitlist warnings, and cheating alert blocks.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Minimalist Background (#FFFFFF)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Clean background contrast removes default styling constraints and makes data pop.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Program Catalog &amp; Yearly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Interactive Catalog Features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Full-width Immersive Carousel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 420px header showcasing highlighted events. Integrates automatic sliding, prev/next arrows, and seat indicators.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Program Cards Grid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Features cards showing category pills, target audience tags, meal indicators, and assessment badges.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Visual Occupancy Indicators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Capacity levels render dynamically, shifting from blue (open) to orange (filling fast) to red (fully booked).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Yearly Schedule Architecture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12-Month Calendar Grid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An annual planning board showing one event scheduled for each month of the year (January - December).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Objectives &amp; Highlights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Hovering or selecting months details focus areas (e.g. November Strategic Design Systems), linking goals directly to the calendar.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Progress Metrics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Shows registered stats at a glance to track year-long attendance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Registration, Meals &amp;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Registration &amp; Seat Management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Streamlined Meal Options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Complimentary options restricted strictly to 'Veg' and 'Non-Veg'. Hidden for events where food isn't provided.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Over-Capacity Waitlisting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When seats hit 100% capacity, registration transitions to 'Join Waitlist', queuing users automatically.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Self-Attending Badges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Differentiates normal registry confirmations from waitlisted attendees inside user dashboard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Corporate Shuttle booking System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Interactive Toggle Switch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 custom toggle built using pure inline styles to avoid standard HTML label/input double-click registration bugs.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Pickup Locations &amp; Slots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Allows selecting stations (e.g. City Tech Park, Tower A Plaza) and departure times (08:30 AM, 09:15 AM).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Visual Registry Summary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Updates dynamically before form submission to confirm logistics selections.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Automated Email Engines &amp; Dispatches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C0000"/>
                </a:solidFill>
                <a:latin typeface="Segoe UI"/>
              </a:defRPr>
            </a:pPr>
            <a:r>
              <a:t>Participant &amp; Manager Alerts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Double-Delivery Routing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Dispatches non-attendance alert emails to both the absent participant and their direct manager simultaneously.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Dynamic Manager Lookup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Auto-resolves manager contact details by department (e.g. Engineering -&gt; Vikram Patel, Product -&gt; Shreya Nair).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Action-Oriented Followups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Emails supply contextual reasons for absence and include direct links to catch-up recordings.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Scheduled Program Reminders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2 Days Prior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Dispatches logistic guidelines, shuttle pickup location coordinates, and session details.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1 Day Prior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Reminder indicating pending mandatory pre-assessments.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6 AM Day-Of Session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Final reminder sent to attendee's workspace dashboard with stream login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Assessment Suite &amp; Exam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Assessment Delivery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MCQ &amp; One-Word Formats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Provides structured Multiple Choice questions and direct short-answer input fields.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Category-Aligned Question Banks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Loads relevant questions dynamically based on the program category (Strategy, Tech, UX).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Evaluation Logic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Calculates percentages immediately. Scores &gt;= 60% are marked 'Passed' on the analytics roster.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C0000"/>
                </a:solidFill>
                <a:latin typeface="Segoe UI"/>
              </a:defRPr>
            </a:pPr>
            <a:r>
              <a:t>Fullscreen Anti-Cheat Mechanism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Copy-Paste Blockers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Blocks key inputs (Ctrl+C, Ctrl+V, Cut), right-clicks, and drag selections to protect question banks.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Strike System &amp; Disqualification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Tracks fullscreen exits. On the 3rd exit, the test auto-fails and marks the user as 'Failed (Cheating)'.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Feedback Engine &amp; L&amp;D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Feedback &amp; Evaluation System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4-Category Rating Metrics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Enables 5-star evaluation of Overall Experience, Speaker Quality, Content Relevance, and Logistics.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Detailed Comment Feedbacks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Includes text boxes for participants to explain practical application and improvement feedback.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Admin Log Dispatches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Submitting feedback broadcasts full response logs directly to the Admin Inbox Drawer.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Compact AI Chat Assistant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Floating Picture-in-Picture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Launches a compact 360x500px overlay in the bottom-right corner rather than a full page block.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Quick FAQ Selection Chips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Includes 6 preset question chips (e.g. 'Cab pickup options?') for instant queries without typing.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Groq Llama 3.3 Integration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Provides prompt responses. System instructions block internal model name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Total Learning Hours &amp;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80015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Analytics Calculations &amp; Formulas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Total Learning Hours = Σ (Program Duration in Hours × Registered Participants) across all 12 annual courses. The table below represents live analytics metrics generated by the platform: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2560320"/>
          <a:ext cx="101800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975"/>
                <a:gridCol w="2011680"/>
                <a:gridCol w="2011680"/>
                <a:gridCol w="201168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Program Name (Month)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 (Hours)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Registered Attendees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Learning Hours Produced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Strategic Thinking &amp; Business Acumen (Jan)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 participants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80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Generative AI for Enterprise Workflows (Apr)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Leading at xyz (May)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 participants (FULL)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180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Design Systems &amp; Enterprise UX (Nov)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Frontend Technology Layer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React 18 &amp; Vite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Optimized compilation and hot-module reloading on local host ports. Ensures instant component render response times.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Lucide Iconography Lib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Provides clean, standardized line art icons used across active headers and dialog components.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Structured Variable CSS Styling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All colors map dynamically to pre-defined global CSS variables to avoid inline style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State Engine &amp; Persistent Layer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React Context State Engine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Manages state records for active rosters, logged in profiles, waitlist orders, and test metrics.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Persistent LocalStorage Hooks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Ensures check-ins, notifications, and results persist across user browser reboots.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Integrated EmailJS API Hooks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Configured template variables to trigger live emails for feedback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Conclusion &amp; Deployment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Version Release Status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Git Repository Synced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All modifications committed and pushed successfully to the main branch on the origin remote repository.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Vercel Live Build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Auto-compiled and published to Vercel production edge servers, live and fully active.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 Roster Workflows Verified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Full path testing (login -&gt; check in -&gt; assessment validation -&gt; feedback dispatch) verified successfully.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Target Achievements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Security First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Enforces strict certification processes using copy-paste blockers and strike tracking.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 L&amp;D Operational Simplicity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    Automated email logs, quick-toggle shuttle cab systems, and clear-cut Veg/Non-Veg preferences minimize manual coordination.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