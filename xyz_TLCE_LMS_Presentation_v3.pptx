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_minds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45920"/>
            <a:ext cx="3749039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9377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xyz</a:t>
            </a:r>
          </a:p>
          <a:p>
            <a:pPr>
              <a:spcBef>
                <a:spcPts val="400"/>
              </a:spcBef>
              <a:defRPr sz="1100" b="1">
                <a:solidFill>
                  <a:srgbClr val="009CDE"/>
                </a:solidFill>
                <a:latin typeface="Segoe UI"/>
              </a:defRPr>
            </a:pPr>
            <a:r>
              <a:t>LEARNING &amp;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011680"/>
            <a:ext cx="6583680" cy="3657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00205B"/>
                </a:solidFill>
                <a:latin typeface="Segoe UI"/>
              </a:defRPr>
            </a:pPr>
            <a:r>
              <a:t>TLCE LMS Portal</a:t>
            </a:r>
          </a:p>
          <a:p>
            <a:pPr>
              <a:spcAft>
                <a:spcPts val="2000"/>
              </a:spcAft>
              <a:defRPr sz="1800" b="1">
                <a:solidFill>
                  <a:srgbClr val="009CDE"/>
                </a:solidFill>
                <a:latin typeface="Segoe UI"/>
              </a:defRPr>
            </a:pPr>
            <a:r>
              <a:t>Modernized Training, Learning, Conference &amp; Engagement Platform</a:t>
            </a:r>
          </a:p>
          <a:p>
            <a:pPr>
              <a:spcAft>
                <a:spcPts val="24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A comprehensive suite built with strict corporate color alignment, anti-cheat assessment tracking, automated notifications, and real-time manager notification routing.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Project Release  •  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Executive Summary &amp; Brand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reer_xy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49377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4663440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Corporate Color &amp; Identity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Platform Mission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Designed to deliver and coordinate training modules for xyz engineering, design, strategy and product teams.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Corporate Navy (#003087)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Central theme accent used for headers, primary buttons, and tabs.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Accent Blue (#009CDE)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Interactive highlights applied to checked-in lists, calendar badging, and progress sliders.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White Dashboard Layout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Minimalist white pages replace standard styling configurations, providing readability and corporate formatting.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Program Catalog &amp; Yearly Calendar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871216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1. Immersive Carousel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Auto-Play Slider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Featured banner program showing key upcoming courses.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Details Overlay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Integrates dates, times, key objectives, and registration triggers on the slider.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Enrolled Tags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Displays enrolled status directly on slides.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691640"/>
            <a:ext cx="2871216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2. Roster Grid Cards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Metadata Badging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Displays duration hours, target audiences, and meal tags.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Dynamic Capacity Status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Color progress bars transition from green (available) to red (fully booked).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Direct CTA Triggers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Launches registration modals immediately.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691640"/>
            <a:ext cx="2871216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3. Yearly Calendar Grid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12-Month Flow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Includes one highlighted program scheduled for each month of the year.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Key Focus Highlights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Displays summaries of monthly objectives (e.g. Design Systems, Strategic Business Acumen).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Status Indicators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Updates calendar items dynamically on registration.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Registration, Meals &amp; Logistics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Registration &amp; Seat Allocation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Over-Capacity Waitlisting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Automatically disables registration button and displays 'Join Waitlist' if seats hit 100% capacity.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Veg/Non-Veg Meal Options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Complimentary options restricted strictly to 'Veg' and 'Non-Veg'. Only displays on events providing lunch/dinner.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User Dashboard Badging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Highlights confirmations and waitlist order indices.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4663440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Corporate Shuttle booking System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Standalone Toggle Switch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Replaced standard label+input toggle with a custom div component to prevent double-fire toggle errors.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Drop Location Stations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Selectable pickup zones (e.g. City Tech Park, Tower A Plaza, East Business Bay).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Timetable Batches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Accommodates specific shift pick-ups (08:30 AM, 09:15 AM, 10:00 AM, 01:15 PM).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Visual Confirmation Tag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Generates summary details dynamically on the modal.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Automated Email Timeline triggers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Timeline-Triggered Reminders &amp; Logs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Automated email reminders are dispatched to the simulated Inbox Logs view based on program date parameters: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560320"/>
            <a:ext cx="310896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205B"/>
                </a:solidFill>
                <a:latin typeface="Segoe UI"/>
              </a:defRPr>
            </a:pPr>
            <a:r>
              <a:t>Step 1: 2 Days Prior</a:t>
            </a:r>
          </a:p>
          <a:p>
            <a:pPr>
              <a:spcAft>
                <a:spcPts val="1200"/>
              </a:spcAft>
              <a:defRPr sz="1000" b="1">
                <a:solidFill>
                  <a:srgbClr val="009CDE"/>
                </a:solidFill>
                <a:latin typeface="Segoe UI"/>
              </a:defRPr>
            </a:pPr>
            <a:r>
              <a:t>Dispatched to confirmation registries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Contains logistical coordinates, map pins, venue location, and shuttle cab options.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560320"/>
            <a:ext cx="310896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74320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205B"/>
                </a:solidFill>
                <a:latin typeface="Segoe UI"/>
              </a:defRPr>
            </a:pPr>
            <a:r>
              <a:t>Step 2: 1 Day Prior</a:t>
            </a:r>
          </a:p>
          <a:p>
            <a:pPr>
              <a:spcAft>
                <a:spcPts val="1200"/>
              </a:spcAft>
              <a:defRPr sz="1000" b="1">
                <a:solidFill>
                  <a:srgbClr val="009CDE"/>
                </a:solidFill>
                <a:latin typeface="Segoe UI"/>
              </a:defRPr>
            </a:pPr>
            <a:r>
              <a:t>High priority cert reminder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Urges participants to complete mandatory pre-program assessments in fullscreen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560320"/>
            <a:ext cx="310896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205B"/>
                </a:solidFill>
                <a:latin typeface="Segoe UI"/>
              </a:defRPr>
            </a:pPr>
            <a:r>
              <a:t>Step 3: Day-Of (6 AM)</a:t>
            </a:r>
          </a:p>
          <a:p>
            <a:pPr>
              <a:spcAft>
                <a:spcPts val="1200"/>
              </a:spcAft>
              <a:defRPr sz="1000" b="1">
                <a:solidFill>
                  <a:srgbClr val="009CDE"/>
                </a:solidFill>
                <a:latin typeface="Segoe UI"/>
              </a:defRPr>
            </a:pPr>
            <a:r>
              <a:t>Immediate session trigger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Delivers final stream login credentials and pick-up details to the attendee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Assessment Suite &amp; Exam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Assessment Delivery Engine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Integrated Pre/Post Tests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Supports Multiple Choice Questions (MCQ) and One-Word short answer text fields.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Dynamic Question Injection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Loads category-specific question sets (Engineering, Strategy, UX) based on the active event category.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Copy-Paste Blockers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Blocks keyboard copy/paste commands (Ctrl+C, Ctrl+V), right-click context menu, and text drag-selections.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Immediate Roster Recording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Scores &gt;= 60% are marked 'Passed' immediately on the admin dashboard console.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4663440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CC0000"/>
                </a:solidFill>
                <a:latin typeface="Segoe UI"/>
              </a:defRPr>
            </a:pPr>
            <a:r>
              <a:t>Fullscreen Anti-Cheat Mechanism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Mandatory Fullscreen Mode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Tests launch in mandatory fullscreen. The browser event listener actively monitors window focus parameters.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3-Strike Exit Rule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Exiting fullscreen prompts a strike warning. On the 3rd strike, the test auto-terminates.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Auto-Failed Status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 disallows further attempts. The exam is marked 'Failed (Cheating)'.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Feedback Engine &amp; L&amp;D AI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Feedback &amp; Evaluation System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4-Category Rating Metrics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Enables 5-star evaluation of Overall Experience, Speaker Quality, Content Relevance, and Logistics.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Detailed Comment Feedbacks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Includes text boxes for participants to explain practical application and improvement feedback.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Admin Log Dispatches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Submitting feedback broadcasts full response logs directly to the Admin Inbox Drawer.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4663440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Compact AI Chat Assistant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Floating Picture-in-Picture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Launches a compact 360x500px overlay in the bottom-right corner rather than a full page block.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Quick FAQ Selection Chips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Includes 6 preset question chips (e.g. 'Cab pickup options?') for instant queries without typing.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Groq Llama 3.3 Integration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Provides prompt responses. System instructions block internal model name leakage.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Total Learning Hours &amp; Analytics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0180015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Analytics Calculations &amp; Formulas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Total Learning Hours = Σ (Program Duration in Hours × Registered Participants) across all 12 annual courses. The table below represents live analytics metrics generated by the platform: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2560320"/>
          <a:ext cx="101800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975"/>
                <a:gridCol w="2011680"/>
                <a:gridCol w="2011680"/>
                <a:gridCol w="201168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Program Name (Month)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Duration (Hours)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Registered Attendees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Learning Hours Produced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Strategic Thinking &amp; Business Acumen (Jan)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 participants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80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Generative AI for Enterprise Workflows (Apr)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32 participants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Leading at xyz (May)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 participants (FULL)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180 hours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Design Systems &amp; Enterprise UX (Nov)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22 participants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Technology Stack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871216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Frontend Technology Layer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React 18 &amp; Vite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Ultra-fast hot module reloading and UI response times.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Lucide Icons Library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Consistent vector icons mapped to action tags.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Inline Variable CSS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Strict colors mapped to pre-defined corporate themes.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691640"/>
            <a:ext cx="2871216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State Engine Layer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React Context API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Tracks registrations, waitlists, feedbacks, and test metrics.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Dynamic State Hooks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Provides centralized data access across tabs.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691640"/>
            <a:ext cx="2871216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Persistence &amp; Emails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LocalStorage Hooks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Ensures check-ins, notifications, and results persist across user browser reboots.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Simulated Email Engine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Logs email dispatches directly to the Admin Inbox Drawer.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0205B"/>
                </a:solidFill>
                <a:latin typeface="Segoe UI"/>
              </a:defRPr>
            </a:pPr>
            <a:r>
              <a:t>Conclusion &amp; Deployment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xyz Learning &amp; Development Department  •  TLCE LMS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205B"/>
                </a:solidFill>
                <a:latin typeface="Segoe UI"/>
              </a:defRPr>
            </a:pPr>
            <a:r>
              <a:t>Deployment Release Success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Git Repository Synced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All modifications committed and pushed successfully to the main branch on the origin remote repository.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Vercel Live Build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Auto-compiled and published to Vercel production edge servers, live and fully active.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•  Roster Workflows Verified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 Full path testing (login -&gt; check in -&gt; assessment validation -&gt; feedback dispatch) verified successfully.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120640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ading_xy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93776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